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Sanctify story: 13+ years, Vasco/South Goa, award-winning, full-service, results-driven.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cover the full journey from brand identity through website to demand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Credibility markers pulled from the website. Numbers are the agency's stated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5615" y="6355080"/>
            <a:ext cx="2926080" cy="50292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Calibri"/>
              </a:rPr>
              <a:t>SANCTIFY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11480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Calibri"/>
              </a:rPr>
              <a:t>Award-winning Advertising &amp; Digital Marketing Agency in Goa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75488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www.sanctify.in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6ECF5"/>
                </a:solidFill>
                <a:latin typeface="Calibri"/>
              </a:rPr>
              <a:t>What's inside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828800"/>
            <a:ext cx="999713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E6ECF5"/>
                </a:solidFill>
                <a:latin typeface="Calibri"/>
              </a:rPr>
              <a:t>Who we 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88920"/>
            <a:ext cx="640080" cy="640080"/>
          </a:xfrm>
          <a:prstGeom prst="rect">
            <a:avLst/>
          </a:prstGeom>
          <a:solidFill>
            <a:srgbClr val="38D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788920"/>
            <a:ext cx="999713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E6ECF5"/>
                </a:solidFill>
                <a:latin typeface="Calibri"/>
              </a:rPr>
              <a:t>What we do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40"/>
            <a:ext cx="640080" cy="6400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749040"/>
            <a:ext cx="999713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E6ECF5"/>
                </a:solidFill>
                <a:latin typeface="Calibri"/>
              </a:rPr>
              <a:t>Why Sanctify — results &amp; reach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709160"/>
            <a:ext cx="640080" cy="640080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709160"/>
            <a:ext cx="999713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E6ECF5"/>
                </a:solidFill>
                <a:latin typeface="Calibri"/>
              </a:rPr>
              <a:t>Graphic design portfolio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7BD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7BD"/>
                </a:solidFill>
                <a:latin typeface="Calibri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6ECF5"/>
                </a:solidFill>
                <a:latin typeface="Calibri"/>
              </a:rPr>
              <a:t>Who we 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9AA7BD"/>
                </a:solidFill>
                <a:latin typeface="Calibri"/>
              </a:rPr>
              <a:t>Vasco, South Goa ·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800">
                <a:solidFill>
                  <a:srgbClr val="0B1220"/>
                </a:solidFill>
                <a:latin typeface="Calibri"/>
              </a:rPr>
              <a:t>▪  Established: </a:t>
            </a:r>
            <a:r>
              <a:rPr sz="1800">
                <a:solidFill>
                  <a:srgbClr val="E6ECF5"/>
                </a:solidFill>
                <a:latin typeface="Calibri"/>
              </a:rPr>
              <a:t>An award-winning advertising &amp; digital marketing agency serving Goa for over 13 years.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800">
                <a:solidFill>
                  <a:srgbClr val="0B1220"/>
                </a:solidFill>
                <a:latin typeface="Calibri"/>
              </a:rPr>
              <a:t>▪  One partner: </a:t>
            </a:r>
            <a:r>
              <a:rPr sz="1800">
                <a:solidFill>
                  <a:srgbClr val="E6ECF5"/>
                </a:solidFill>
                <a:latin typeface="Calibri"/>
              </a:rPr>
              <a:t>A full suite of services under one roof — strategy, creative, web and performance.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800">
                <a:solidFill>
                  <a:srgbClr val="0B1220"/>
                </a:solidFill>
                <a:latin typeface="Calibri"/>
              </a:rPr>
              <a:t>▪  Measurable: </a:t>
            </a:r>
            <a:r>
              <a:rPr sz="1800">
                <a:solidFill>
                  <a:srgbClr val="E6ECF5"/>
                </a:solidFill>
                <a:latin typeface="Calibri"/>
              </a:rPr>
              <a:t>A competitive response rate and quantifiable results set us apart.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800">
                <a:solidFill>
                  <a:srgbClr val="0B1220"/>
                </a:solidFill>
                <a:latin typeface="Calibri"/>
              </a:rPr>
              <a:t>▪  Creative: </a:t>
            </a:r>
            <a:r>
              <a:rPr sz="1800">
                <a:solidFill>
                  <a:srgbClr val="E6ECF5"/>
                </a:solidFill>
                <a:latin typeface="Calibri"/>
              </a:rPr>
              <a:t>An 'Amaze Creation Agency' — creative ideas paired with strategic 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7BD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7BD"/>
                </a:solidFill>
                <a:latin typeface="Calibri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457200" cy="14630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8CFF"/>
                </a:solidFill>
                <a:latin typeface="Calibri"/>
              </a:rPr>
              <a:t>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E6ECF5"/>
                </a:solidFill>
                <a:latin typeface="Calibri"/>
              </a:rPr>
              <a:t>What we 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6ECF5"/>
                </a:solidFill>
                <a:latin typeface="Calibri"/>
              </a:rPr>
              <a:t>A full-suite agency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5227167" cy="448056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227167" cy="109728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4587087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800">
                <a:solidFill>
                  <a:srgbClr val="0B1220"/>
                </a:solidFill>
                <a:latin typeface="Calibri"/>
              </a:rPr>
              <a:t>▪  Performance: </a:t>
            </a:r>
            <a:r>
              <a:rPr sz="1800">
                <a:solidFill>
                  <a:srgbClr val="E6ECF5"/>
                </a:solidFill>
                <a:latin typeface="Calibri"/>
              </a:rPr>
              <a:t>Digital Marketing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E6ECF5"/>
                </a:solidFill>
                <a:latin typeface="Calibri"/>
              </a:rPr>
              <a:t>▪  Search Engine Optimization (SEO)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E6ECF5"/>
                </a:solidFill>
                <a:latin typeface="Calibri"/>
              </a:rPr>
              <a:t>▪  Search Engine Marketing (SEM) / PPC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E6ECF5"/>
                </a:solidFill>
                <a:latin typeface="Calibri"/>
              </a:rPr>
              <a:t>▪  Social Media Marketing (SMM)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E6ECF5"/>
                </a:solidFill>
                <a:latin typeface="Calibri"/>
              </a:rPr>
              <a:t>▪  Google, Facebook, Instagram &amp; LinkedIn Ads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E6ECF5"/>
                </a:solidFill>
                <a:latin typeface="Calibri"/>
              </a:rPr>
              <a:t>▪  Email marketing &amp; Bulk SMS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783080"/>
            <a:ext cx="5227167" cy="448056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4447" y="1783080"/>
            <a:ext cx="5227167" cy="109728"/>
          </a:xfrm>
          <a:prstGeom prst="rect">
            <a:avLst/>
          </a:prstGeom>
          <a:solidFill>
            <a:srgbClr val="38D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4487" y="2148840"/>
            <a:ext cx="4587087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800">
                <a:solidFill>
                  <a:srgbClr val="0B1220"/>
                </a:solidFill>
                <a:latin typeface="Calibri"/>
              </a:rPr>
              <a:t>▪  Brand: </a:t>
            </a:r>
            <a:r>
              <a:rPr sz="1800">
                <a:solidFill>
                  <a:srgbClr val="E6ECF5"/>
                </a:solidFill>
                <a:latin typeface="Calibri"/>
              </a:rPr>
              <a:t>Creative &amp; Web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E6ECF5"/>
                </a:solidFill>
                <a:latin typeface="Calibri"/>
              </a:rPr>
              <a:t>▪  Website design &amp; development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E6ECF5"/>
                </a:solidFill>
                <a:latin typeface="Calibri"/>
              </a:rPr>
              <a:t>▪  Logo, branding &amp; identity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E6ECF5"/>
                </a:solidFill>
                <a:latin typeface="Calibri"/>
              </a:rPr>
              <a:t>▪  Graphic design — flyers, banners, catalogues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E6ECF5"/>
                </a:solidFill>
                <a:latin typeface="Calibri"/>
              </a:rPr>
              <a:t>▪  Online classifieds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E6ECF5"/>
                </a:solidFill>
                <a:latin typeface="Calibri"/>
              </a:rPr>
              <a:t>▪  Newspaper &amp; outdoor advertising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7BD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7BD"/>
                </a:solidFill>
                <a:latin typeface="Calibri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6ECF5"/>
                </a:solidFill>
                <a:latin typeface="Calibri"/>
              </a:rPr>
              <a:t>Why Sanctify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9AA7BD"/>
                </a:solidFill>
                <a:latin typeface="Calibri"/>
              </a:rPr>
              <a:t>Track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2453563" cy="265176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2453563" cy="128016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2453563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 i="0">
                <a:solidFill>
                  <a:srgbClr val="4F8CFF"/>
                </a:solidFill>
                <a:latin typeface="Calibri"/>
              </a:rPr>
              <a:t>4.8/5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77640"/>
            <a:ext cx="217924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E6ECF5"/>
                </a:solidFill>
                <a:latin typeface="Calibri"/>
              </a:rPr>
              <a:t>Top-rated agency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2179243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9AA7BD"/>
                </a:solidFill>
                <a:latin typeface="Calibri"/>
              </a:rPr>
              <a:t>128 reviews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9403" y="2377440"/>
            <a:ext cx="2453563" cy="265176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377440"/>
            <a:ext cx="2453563" cy="128016"/>
          </a:xfrm>
          <a:prstGeom prst="rect">
            <a:avLst/>
          </a:prstGeom>
          <a:solidFill>
            <a:srgbClr val="38D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834640"/>
            <a:ext cx="2453563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 i="0">
                <a:solidFill>
                  <a:srgbClr val="38D9A9"/>
                </a:solidFill>
                <a:latin typeface="Calibri"/>
              </a:rPr>
              <a:t>13+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6563" y="3977640"/>
            <a:ext cx="217924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E6ECF5"/>
                </a:solidFill>
                <a:latin typeface="Calibri"/>
              </a:rPr>
              <a:t>Years of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6563" y="4434840"/>
            <a:ext cx="2179243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9AA7BD"/>
                </a:solidFill>
                <a:latin typeface="Calibri"/>
              </a:rPr>
              <a:t>serving Goa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2377440"/>
            <a:ext cx="2453563" cy="265176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2377440"/>
            <a:ext cx="2453563" cy="128016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8727" y="2834640"/>
            <a:ext cx="2453563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 i="0">
                <a:solidFill>
                  <a:srgbClr val="FF6B6B"/>
                </a:solidFill>
                <a:latin typeface="Calibri"/>
              </a:rPr>
              <a:t>2600+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3977640"/>
            <a:ext cx="217924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E6ECF5"/>
                </a:solidFill>
                <a:latin typeface="Calibri"/>
              </a:rPr>
              <a:t>Daily website visitors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4434840"/>
            <a:ext cx="2179243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9AA7BD"/>
                </a:solidFill>
                <a:latin typeface="Calibri"/>
              </a:rPr>
              <a:t>sanctify.in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051" y="2377440"/>
            <a:ext cx="2453563" cy="265176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051" y="2377440"/>
            <a:ext cx="2453563" cy="128016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051" y="2834640"/>
            <a:ext cx="2453563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 i="0">
                <a:solidFill>
                  <a:srgbClr val="FFD166"/>
                </a:solidFill>
                <a:latin typeface="Calibri"/>
              </a:rPr>
              <a:t>100+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211" y="3977640"/>
            <a:ext cx="217924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E6ECF5"/>
                </a:solidFill>
                <a:latin typeface="Calibri"/>
              </a:rPr>
              <a:t>Websites developed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211" y="4434840"/>
            <a:ext cx="2179243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9AA7BD"/>
                </a:solidFill>
                <a:latin typeface="Calibri"/>
              </a:rPr>
              <a:t>and counting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7BD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7BD"/>
                </a:solidFill>
                <a:latin typeface="Calibri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6ECF5"/>
                </a:solidFill>
                <a:latin typeface="Calibri"/>
              </a:rPr>
              <a:t>Search visibility we deliver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9AA7BD"/>
                </a:solidFill>
                <a:latin typeface="Calibri"/>
              </a:rPr>
              <a:t>Organic 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3393338" cy="265176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3393338" cy="128016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339333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 i="0">
                <a:solidFill>
                  <a:srgbClr val="4F8CFF"/>
                </a:solidFill>
                <a:latin typeface="Calibri"/>
              </a:rPr>
              <a:t>1200+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77640"/>
            <a:ext cx="31190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E6ECF5"/>
                </a:solidFill>
                <a:latin typeface="Calibri"/>
              </a:rPr>
              <a:t>URLs indexed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311901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9AA7BD"/>
                </a:solidFill>
                <a:latin typeface="Calibri"/>
              </a:rPr>
              <a:t>across the site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9178" y="2377440"/>
            <a:ext cx="3393338" cy="265176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377440"/>
            <a:ext cx="3393338" cy="128016"/>
          </a:xfrm>
          <a:prstGeom prst="rect">
            <a:avLst/>
          </a:prstGeom>
          <a:solidFill>
            <a:srgbClr val="38D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834640"/>
            <a:ext cx="339333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 i="0">
                <a:solidFill>
                  <a:srgbClr val="38D9A9"/>
                </a:solidFill>
                <a:latin typeface="Calibri"/>
              </a:rPr>
              <a:t>800+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6338" y="3977640"/>
            <a:ext cx="31190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E6ECF5"/>
                </a:solidFill>
                <a:latin typeface="Calibri"/>
              </a:rPr>
              <a:t>URLs on Google top pages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338" y="4434840"/>
            <a:ext cx="311901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9AA7BD"/>
                </a:solidFill>
                <a:latin typeface="Calibri"/>
              </a:rPr>
              <a:t>for target keywords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8276" y="2377440"/>
            <a:ext cx="3393338" cy="265176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377440"/>
            <a:ext cx="3393338" cy="128016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8276" y="2834640"/>
            <a:ext cx="339333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 i="0">
                <a:solidFill>
                  <a:srgbClr val="FF6B6B"/>
                </a:solidFill>
                <a:latin typeface="Calibri"/>
              </a:rPr>
              <a:t>1000+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5436" y="3977640"/>
            <a:ext cx="31190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E6ECF5"/>
                </a:solidFill>
                <a:latin typeface="Calibri"/>
              </a:rPr>
              <a:t>Keywords on page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5436" y="4434840"/>
            <a:ext cx="311901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9AA7BD"/>
                </a:solidFill>
                <a:latin typeface="Calibri"/>
              </a:rPr>
              <a:t>of Google.co.in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7BD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7BD"/>
                </a:solidFill>
                <a:latin typeface="Calibri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457200" cy="14630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8CFF"/>
                </a:solidFill>
                <a:latin typeface="Calibri"/>
              </a:rPr>
              <a:t>SELECTED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E6ECF5"/>
                </a:solidFill>
                <a:latin typeface="Calibri"/>
              </a:rPr>
              <a:t>Graphic Design Portfolio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6ECF5"/>
                </a:solidFill>
                <a:latin typeface="Calibri"/>
              </a:rPr>
              <a:t>Social &amp; search creatives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5318607" cy="457200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340971"/>
            <a:ext cx="5172303" cy="28892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61304"/>
            <a:ext cx="513572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E6ECF5"/>
                </a:solidFill>
                <a:latin typeface="Calibri"/>
              </a:rPr>
              <a:t>Google Map post — thumbnail update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1691640"/>
            <a:ext cx="5318607" cy="457200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198" y="1764792"/>
            <a:ext cx="3674225" cy="4041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4447" y="5861304"/>
            <a:ext cx="513572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E6ECF5"/>
                </a:solidFill>
                <a:latin typeface="Calibri"/>
              </a:rPr>
              <a:t>Social media post — Hindustan Petroleum (HP Gas)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7BD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7BD"/>
                </a:solidFill>
                <a:latin typeface="Calibri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6ECF5"/>
                </a:solidFill>
                <a:latin typeface="Calibri"/>
              </a:rPr>
              <a:t>Print advertising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077" y="1737360"/>
            <a:ext cx="3033541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9AA7BD"/>
                </a:solidFill>
                <a:latin typeface="Calibri"/>
              </a:rPr>
              <a:t>A4 flyer design — Karni Chemicals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7BD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7BD"/>
                </a:solidFill>
                <a:latin typeface="Calibri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6ECF5"/>
                </a:solidFill>
                <a:latin typeface="Calibri"/>
              </a:rPr>
              <a:t>Packaging design — popcorn tub covers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9AA7BD"/>
                </a:solidFill>
                <a:latin typeface="Calibri"/>
              </a:rPr>
              <a:t>Flavour range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3454298" cy="457200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313727"/>
            <a:ext cx="3307994" cy="29437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61304"/>
            <a:ext cx="327141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E6ECF5"/>
                </a:solidFill>
                <a:latin typeface="Calibri"/>
              </a:rPr>
              <a:t>Chilli Cheese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8698" y="1691640"/>
            <a:ext cx="3454298" cy="457200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850" y="2313656"/>
            <a:ext cx="3307994" cy="29439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60138" y="5861304"/>
            <a:ext cx="327141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E6ECF5"/>
                </a:solidFill>
                <a:latin typeface="Calibri"/>
              </a:rPr>
              <a:t>Chilli Tomato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7316" y="1691640"/>
            <a:ext cx="3454298" cy="457200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468" y="2313629"/>
            <a:ext cx="3307994" cy="29439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88756" y="5861304"/>
            <a:ext cx="327141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E6ECF5"/>
                </a:solidFill>
                <a:latin typeface="Calibri"/>
              </a:rPr>
              <a:t>Cream Onion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7BD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7BD"/>
                </a:solidFill>
                <a:latin typeface="Calibri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6ECF5"/>
                </a:solidFill>
                <a:latin typeface="Calibri"/>
              </a:rPr>
              <a:t>Festival campaigns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5318607" cy="457200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765" y="1764792"/>
            <a:ext cx="31452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61304"/>
            <a:ext cx="513572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E6ECF5"/>
                </a:solidFill>
                <a:latin typeface="Calibri"/>
              </a:rPr>
              <a:t>Road Carrier — festival poster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1691640"/>
            <a:ext cx="5318607" cy="457200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324" y="1764792"/>
            <a:ext cx="3257973" cy="4041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4447" y="5861304"/>
            <a:ext cx="513572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E6ECF5"/>
                </a:solidFill>
                <a:latin typeface="Calibri"/>
              </a:rPr>
              <a:t>Festival 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7BD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7BD"/>
                </a:solidFill>
                <a:latin typeface="Calibri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6ECF5"/>
                </a:solidFill>
                <a:latin typeface="Calibri"/>
              </a:rPr>
              <a:t>Catalogue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5318607" cy="457200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48270"/>
            <a:ext cx="5172303" cy="36746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61304"/>
            <a:ext cx="513572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E6ECF5"/>
                </a:solidFill>
                <a:latin typeface="Calibri"/>
              </a:rPr>
              <a:t>Inside page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1691640"/>
            <a:ext cx="5318607" cy="457200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159" y="1908836"/>
            <a:ext cx="5172303" cy="3753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4447" y="5861304"/>
            <a:ext cx="513572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E6ECF5"/>
                </a:solidFill>
                <a:latin typeface="Calibri"/>
              </a:rPr>
              <a:t>Outside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7BD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7BD"/>
                </a:solidFill>
                <a:latin typeface="Calibri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6ECF5"/>
                </a:solidFill>
                <a:latin typeface="Calibri"/>
              </a:rPr>
              <a:t>Cinders Biryani — flyer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9AA7BD"/>
                </a:solidFill>
                <a:latin typeface="Calibri"/>
              </a:rPr>
              <a:t>Front &amp; 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318607" cy="457200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686" y="1764792"/>
            <a:ext cx="2825395" cy="40416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61304"/>
            <a:ext cx="513572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E6ECF5"/>
                </a:solidFill>
                <a:latin typeface="Calibri"/>
              </a:rPr>
              <a:t>Front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691640"/>
            <a:ext cx="5318607" cy="457200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613" y="1764792"/>
            <a:ext cx="2825395" cy="40416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4447" y="5861304"/>
            <a:ext cx="513572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E6ECF5"/>
                </a:solidFill>
                <a:latin typeface="Calibri"/>
              </a:rPr>
              <a:t>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7BD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7BD"/>
                </a:solidFill>
                <a:latin typeface="Calibri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6ECF5"/>
                </a:solidFill>
                <a:latin typeface="Calibri"/>
              </a:rPr>
              <a:t>Social media — Transport Minister Shri. Mauvin Godinho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3454298" cy="457200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323643"/>
            <a:ext cx="3307994" cy="330799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68698" y="1691640"/>
            <a:ext cx="3454298" cy="457200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850" y="1913607"/>
            <a:ext cx="3307994" cy="412806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97316" y="1691640"/>
            <a:ext cx="3454298" cy="457200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468" y="2323643"/>
            <a:ext cx="3307994" cy="33079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7BD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7BD"/>
                </a:solidFill>
                <a:latin typeface="Calibr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6ECF5"/>
                </a:solidFill>
                <a:latin typeface="Calibri"/>
              </a:rPr>
              <a:t>Restaurant menu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5318607" cy="214884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040" y="1764792"/>
            <a:ext cx="2818687" cy="20025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33007" y="1691640"/>
            <a:ext cx="5318607" cy="214884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967" y="1764792"/>
            <a:ext cx="2818687" cy="20025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4114800"/>
            <a:ext cx="5318607" cy="214884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41" y="4187952"/>
            <a:ext cx="1426485" cy="200253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33007" y="4114800"/>
            <a:ext cx="5318607" cy="214884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7980" y="4187952"/>
            <a:ext cx="2808661" cy="20025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7BD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7BD"/>
                </a:solidFill>
                <a:latin typeface="Calibri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457200" cy="14630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8CFF"/>
                </a:solidFill>
                <a:latin typeface="Calibri"/>
              </a:rPr>
              <a:t>TESTIMONIALS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E6ECF5"/>
                </a:solidFill>
                <a:latin typeface="Calibri"/>
              </a:rPr>
              <a:t>What our clients say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0584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0" b="1" i="0">
                <a:solidFill>
                  <a:srgbClr val="4F8CFF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286000"/>
            <a:ext cx="960120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1">
                <a:solidFill>
                  <a:srgbClr val="E6ECF5"/>
                </a:solidFill>
                <a:latin typeface="Calibri"/>
              </a:rPr>
              <a:t>Their expertise in SEO, social media and online strategies helped my business rank higher and attract more customers. Professional, responsive, and they truly understand the local market.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84632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9AA7BD"/>
                </a:solidFill>
                <a:latin typeface="Calibri"/>
              </a:rPr>
              <a:t>— Benz Nx — SEO &amp; SMM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7BD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7BD"/>
                </a:solidFill>
                <a:latin typeface="Calibr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0584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0" b="1" i="0">
                <a:solidFill>
                  <a:srgbClr val="4F8CFF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286000"/>
            <a:ext cx="960120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1">
                <a:solidFill>
                  <a:srgbClr val="E6ECF5"/>
                </a:solidFill>
                <a:latin typeface="Calibri"/>
              </a:rPr>
              <a:t>We got our website built by them and continue with their social media marketing — we're very happy with the results. The team responds to our queries with great patience.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84632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9AA7BD"/>
                </a:solidFill>
                <a:latin typeface="Calibri"/>
              </a:rPr>
              <a:t>— Pawan Raj — Web &amp; digital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7BD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7BD"/>
                </a:solidFill>
                <a:latin typeface="Calibr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6ECF5"/>
                </a:solidFill>
                <a:latin typeface="Calibri"/>
              </a:rPr>
              <a:t>Why businesses in Goa choose Sanctify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005840" cy="82296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800">
                <a:solidFill>
                  <a:srgbClr val="0B1220"/>
                </a:solidFill>
                <a:latin typeface="Calibri"/>
              </a:rPr>
              <a:t>▪  Local: </a:t>
            </a:r>
            <a:r>
              <a:rPr sz="1800">
                <a:solidFill>
                  <a:srgbClr val="E6ECF5"/>
                </a:solidFill>
                <a:latin typeface="Calibri"/>
              </a:rPr>
              <a:t>Over a decade of local expertise in the Goa market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800">
                <a:solidFill>
                  <a:srgbClr val="0B1220"/>
                </a:solidFill>
                <a:latin typeface="Calibri"/>
              </a:rPr>
              <a:t>▪  Transparent: </a:t>
            </a:r>
            <a:r>
              <a:rPr sz="1800">
                <a:solidFill>
                  <a:srgbClr val="E6ECF5"/>
                </a:solidFill>
                <a:latin typeface="Calibri"/>
              </a:rPr>
              <a:t>Transparent, measurable results you can track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800">
                <a:solidFill>
                  <a:srgbClr val="0B1220"/>
                </a:solidFill>
                <a:latin typeface="Calibri"/>
              </a:rPr>
              <a:t>▪  Full-suite: </a:t>
            </a:r>
            <a:r>
              <a:rPr sz="1800">
                <a:solidFill>
                  <a:srgbClr val="E6ECF5"/>
                </a:solidFill>
                <a:latin typeface="Calibri"/>
              </a:rPr>
              <a:t>SEO, web design and PPC under one roof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800">
                <a:solidFill>
                  <a:srgbClr val="0B1220"/>
                </a:solidFill>
                <a:latin typeface="Calibri"/>
              </a:rPr>
              <a:t>▪  ROI-first: </a:t>
            </a:r>
            <a:r>
              <a:rPr sz="1800">
                <a:solidFill>
                  <a:srgbClr val="E6ECF5"/>
                </a:solidFill>
                <a:latin typeface="Calibri"/>
              </a:rPr>
              <a:t>A creative, results-driven approach focused on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7BD"/>
                </a:solidFill>
                <a:latin typeface="Calibri"/>
              </a:rPr>
              <a:t>Sanctify — Digital Marketing Agency in Goa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2815" y="6400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7BD"/>
                </a:solidFill>
                <a:latin typeface="Calibr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392424"/>
            <a:ext cx="12191695" cy="73152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Let's grow your brand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Calibri"/>
              </a:rPr>
              <a:t>www.sanctify.in  ·  Advertising &amp; Digital Marketing Agency, Goa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