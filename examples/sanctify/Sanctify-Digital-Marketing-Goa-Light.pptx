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Sanctify story: 13+ years, Vasco/South Goa, award-winning, full-service, results-driven.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cover the full journey from brand identity through website to demand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markers pulled from the website. Numbers are the agency's stated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6355080"/>
            <a:ext cx="2926080" cy="50292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SANCTIFY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Award-winning Advertising &amp;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www.sanctify.in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What's inside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C2A36"/>
                </a:solidFill>
                <a:latin typeface="Calibri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C2A36"/>
                </a:solidFill>
                <a:latin typeface="Calibri"/>
              </a:rPr>
              <a:t>What we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4904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C2A36"/>
                </a:solidFill>
                <a:latin typeface="Calibri"/>
              </a:rPr>
              <a:t>Why Sanctify — results &amp; 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09160"/>
            <a:ext cx="640080" cy="64008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0916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1C2A36"/>
                </a:solidFill>
                <a:latin typeface="Calibri"/>
              </a:rPr>
              <a:t>Graphic design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Who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6B7A"/>
                </a:solidFill>
                <a:latin typeface="Calibri"/>
              </a:rPr>
              <a:t>Vasco, South Goa ·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Established: </a:t>
            </a:r>
            <a:r>
              <a:rPr sz="1800">
                <a:solidFill>
                  <a:srgbClr val="1C2A36"/>
                </a:solidFill>
                <a:latin typeface="Calibri"/>
              </a:rPr>
              <a:t>An award-winning advertising &amp; digital marketing agency serving Goa for over 13 years.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One partner: </a:t>
            </a:r>
            <a:r>
              <a:rPr sz="1800">
                <a:solidFill>
                  <a:srgbClr val="1C2A36"/>
                </a:solidFill>
                <a:latin typeface="Calibri"/>
              </a:rPr>
              <a:t>A full suite of services under one roof — strategy, creative, web and performance.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Measurable: </a:t>
            </a:r>
            <a:r>
              <a:rPr sz="1800">
                <a:solidFill>
                  <a:srgbClr val="1C2A36"/>
                </a:solidFill>
                <a:latin typeface="Calibri"/>
              </a:rPr>
              <a:t>A competitive response rate and quantifiable results set us apart.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Creative: </a:t>
            </a:r>
            <a:r>
              <a:rPr sz="1800">
                <a:solidFill>
                  <a:srgbClr val="1C2A36"/>
                </a:solidFill>
                <a:latin typeface="Calibri"/>
              </a:rPr>
              <a:t>An 'Amaze Creation Agency' — creative ideas paired with strategic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9CCA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F4C81"/>
                </a:solidFill>
                <a:latin typeface="Calibri"/>
              </a:rPr>
              <a:t>What we 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A full-suite agency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227167" cy="44805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227167" cy="109728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87087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Performance: </a:t>
            </a:r>
            <a:r>
              <a:rPr sz="1800">
                <a:solidFill>
                  <a:srgbClr val="1C2A36"/>
                </a:solidFill>
                <a:latin typeface="Calibri"/>
              </a:rPr>
              <a:t>Digital Marketing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Search Engine Optimization (SEO)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Search Engine Marketing (SEM) / PPC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Social Media Marketing (SMM)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Google, Facebook, Instagram &amp; LinkedIn Ads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Email marketing &amp; Bulk SMS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783080"/>
            <a:ext cx="5227167" cy="44805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447" y="1783080"/>
            <a:ext cx="5227167" cy="109728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148840"/>
            <a:ext cx="4587087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Brand: </a:t>
            </a:r>
            <a:r>
              <a:rPr sz="1800">
                <a:solidFill>
                  <a:srgbClr val="1C2A36"/>
                </a:solidFill>
                <a:latin typeface="Calibri"/>
              </a:rPr>
              <a:t>Creative &amp; Web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Website design &amp; development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Logo, branding &amp; identity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Graphic design — flyers, banners, catalogues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Online classifieds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1C2A36"/>
                </a:solidFill>
                <a:latin typeface="Calibri"/>
              </a:rPr>
              <a:t>▪  Newspaper &amp; outdoor advertising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Why Sanctify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6B7A"/>
                </a:solidFill>
                <a:latin typeface="Calibri"/>
              </a:rPr>
              <a:t>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453563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453563" cy="12801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2E9CCA"/>
                </a:solidFill>
                <a:latin typeface="Calibri"/>
              </a:rPr>
              <a:t>4.8/5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Top-rated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128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2377440"/>
            <a:ext cx="2453563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377440"/>
            <a:ext cx="2453563" cy="128016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0F4C81"/>
                </a:solidFill>
                <a:latin typeface="Calibri"/>
              </a:rPr>
              <a:t>13+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6563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Years of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3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serving Goa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2377440"/>
            <a:ext cx="2453563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377440"/>
            <a:ext cx="2453563" cy="128016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5BC0BE"/>
                </a:solidFill>
                <a:latin typeface="Calibri"/>
              </a:rPr>
              <a:t>2600+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Daily website visitors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sanctify.in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051" y="2377440"/>
            <a:ext cx="2453563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51" y="2377440"/>
            <a:ext cx="2453563" cy="128016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51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F2A65A"/>
                </a:solidFill>
                <a:latin typeface="Calibri"/>
              </a:rPr>
              <a:t>100+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11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Websites developed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211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and 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Search visibility we deliver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6B7A"/>
                </a:solidFill>
                <a:latin typeface="Calibri"/>
              </a:rPr>
              <a:t>Organic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93338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93338" cy="12801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2E9CCA"/>
                </a:solidFill>
                <a:latin typeface="Calibri"/>
              </a:rPr>
              <a:t>1200+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URLs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across the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178" y="2377440"/>
            <a:ext cx="3393338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377440"/>
            <a:ext cx="3393338" cy="128016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0F4C81"/>
                </a:solidFill>
                <a:latin typeface="Calibri"/>
              </a:rPr>
              <a:t>800+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URLs on Google top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for target keywords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2377440"/>
            <a:ext cx="3393338" cy="26517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377440"/>
            <a:ext cx="3393338" cy="128016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8276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5BC0BE"/>
                </a:solidFill>
                <a:latin typeface="Calibri"/>
              </a:rPr>
              <a:t>1000+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C2A36"/>
                </a:solidFill>
                <a:latin typeface="Calibri"/>
              </a:rPr>
              <a:t>Keywords on page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5B6B7A"/>
                </a:solidFill>
                <a:latin typeface="Calibri"/>
              </a:rPr>
              <a:t>of Google.co.in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9CCA"/>
                </a:solidFill>
                <a:latin typeface="Calibri"/>
              </a:rPr>
              <a:t>SELECTED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F4C81"/>
                </a:solidFill>
                <a:latin typeface="Calibri"/>
              </a:rPr>
              <a:t>Graphic Design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Social &amp; search creatives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40971"/>
            <a:ext cx="5172303" cy="2889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Google Map post — thumbnail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198" y="1764792"/>
            <a:ext cx="3674225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Social media post — Hindustan Petroleum (HP Gas)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Print advertising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077" y="1737360"/>
            <a:ext cx="3033541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B6B7A"/>
                </a:solidFill>
                <a:latin typeface="Calibri"/>
              </a:rPr>
              <a:t>A4 flyer design — Karni Chemicals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Packaging design — popcorn tub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6B7A"/>
                </a:solidFill>
                <a:latin typeface="Calibri"/>
              </a:rPr>
              <a:t>Flavour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13727"/>
            <a:ext cx="3307994" cy="2943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Chilli Cheese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2313656"/>
            <a:ext cx="3307994" cy="29439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0138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Chilli Tomato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313629"/>
            <a:ext cx="3307994" cy="2943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8756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Cream Onion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Festival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65" y="1764792"/>
            <a:ext cx="31452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Road Carrier — festival poster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24" y="1764792"/>
            <a:ext cx="3257973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Festival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Catalogue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48270"/>
            <a:ext cx="5172303" cy="3674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Inside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59" y="1908836"/>
            <a:ext cx="5172303" cy="3753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Outside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Cinders Biryani — flyer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6B7A"/>
                </a:solidFill>
                <a:latin typeface="Calibri"/>
              </a:rPr>
              <a:t>Front &amp;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86" y="1764792"/>
            <a:ext cx="2825395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Front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613" y="1764792"/>
            <a:ext cx="2825395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1C2A36"/>
                </a:solidFill>
                <a:latin typeface="Calibri"/>
              </a:rPr>
              <a:t>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Social media — Transport Minister Shri. Mauvin Godinho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23643"/>
            <a:ext cx="3307994" cy="33079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68698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1913607"/>
            <a:ext cx="3307994" cy="4128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7316" y="1691640"/>
            <a:ext cx="3454298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323643"/>
            <a:ext cx="3307994" cy="3307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Restaurant menu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21488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40" y="1764792"/>
            <a:ext cx="2818687" cy="20025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3007" y="1691640"/>
            <a:ext cx="5318607" cy="21488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67" y="1764792"/>
            <a:ext cx="2818687" cy="20025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114800"/>
            <a:ext cx="5318607" cy="21488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41" y="4187952"/>
            <a:ext cx="1426485" cy="2002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33007" y="4114800"/>
            <a:ext cx="5318607" cy="21488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980" y="4187952"/>
            <a:ext cx="2808661" cy="2002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9CCA"/>
                </a:solidFill>
                <a:latin typeface="Calibri"/>
              </a:rPr>
              <a:t>TESTIMONIALS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F4C81"/>
                </a:solidFill>
                <a:latin typeface="Calibri"/>
              </a:rPr>
              <a:t>What our clients say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0" b="1" i="0">
                <a:solidFill>
                  <a:srgbClr val="2E9CCA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1">
                <a:solidFill>
                  <a:srgbClr val="0F4C81"/>
                </a:solidFill>
                <a:latin typeface="Calibri"/>
              </a:rPr>
              <a:t>Their expertise in SEO, social media and online strategies helped my business rank higher and attract more customers. Professional, responsive, and they truly understand the local market.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463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B6B7A"/>
                </a:solidFill>
                <a:latin typeface="Calibri"/>
              </a:rPr>
              <a:t>— Benz Nx — SEO &amp; SMM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0" b="1" i="0">
                <a:solidFill>
                  <a:srgbClr val="2E9CCA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1">
                <a:solidFill>
                  <a:srgbClr val="0F4C81"/>
                </a:solidFill>
                <a:latin typeface="Calibri"/>
              </a:rPr>
              <a:t>We got our website built by them and continue with their social media marketing — we're very happy with the results. The team responds to our queries with great patience.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463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B6B7A"/>
                </a:solidFill>
                <a:latin typeface="Calibri"/>
              </a:rPr>
              <a:t>— Pawan Raj — Web &amp; digital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4C81"/>
                </a:solidFill>
                <a:latin typeface="Calibri"/>
              </a:rPr>
              <a:t>Why businesses in Goa choose Sanctify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Local: </a:t>
            </a:r>
            <a:r>
              <a:rPr sz="1800">
                <a:solidFill>
                  <a:srgbClr val="1C2A36"/>
                </a:solidFill>
                <a:latin typeface="Calibri"/>
              </a:rPr>
              <a:t>Over a decade of local expertise in the Goa market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Transparent: </a:t>
            </a:r>
            <a:r>
              <a:rPr sz="1800">
                <a:solidFill>
                  <a:srgbClr val="1C2A36"/>
                </a:solidFill>
                <a:latin typeface="Calibri"/>
              </a:rPr>
              <a:t>Transparent, measurable results you can track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Full-suite: </a:t>
            </a:r>
            <a:r>
              <a:rPr sz="1800">
                <a:solidFill>
                  <a:srgbClr val="1C2A36"/>
                </a:solidFill>
                <a:latin typeface="Calibri"/>
              </a:rPr>
              <a:t>SEO, web design and PPC under one roof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F4C81"/>
                </a:solidFill>
                <a:latin typeface="Calibri"/>
              </a:rPr>
              <a:t>▪  ROI-first: </a:t>
            </a:r>
            <a:r>
              <a:rPr sz="1800">
                <a:solidFill>
                  <a:srgbClr val="1C2A36"/>
                </a:solidFill>
                <a:latin typeface="Calibri"/>
              </a:rPr>
              <a:t>A creative, results-driven approach focused 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92424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Let's grow your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www.sanctify.in  ·  Advertising &amp; Digital Marketing Agency, Goa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